
<file path=[Content_Types].xml><?xml version="1.0" encoding="utf-8"?>
<Types xmlns="http://schemas.openxmlformats.org/package/2006/content-types">
  <Default Extension="json" ContentType="application/jso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86" r:id="rId5"/>
  </p:sldMasterIdLst>
  <p:notesMasterIdLst>
    <p:notesMasterId r:id="rId6"/>
  </p:notesMasterIdLst>
  <p:sldSz cx="12192000" cy="6858000"/>
  <p:notesSz cx="6858000" cy="9144000"/>
  <p:custDataLst>
    <p:custData r:id="rId3"/>
    <p:custData r:id="rId2"/>
    <p:custData r:id="rId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0F26"/>
    <a:srgbClr val="003471"/>
    <a:srgbClr val="FF6B34"/>
    <a:srgbClr val="C42B14"/>
    <a:srgbClr val="F2F2F2"/>
    <a:srgbClr val="22B1BA"/>
    <a:srgbClr val="1EB3B6"/>
    <a:srgbClr val="C98011"/>
    <a:srgbClr val="859913"/>
    <a:srgbClr val="6D1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Medium Style 4 - Accent 5">
    <a:wholeTbl>
      <a:tcTxStyle>
        <a:fontRef idx="minor">
          <a:srgbClr val="00000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  <a:fill>
          <a:solidFill>
            <a:schemeClr val="accent5">
              <a:tint val="40000"/>
            </a:schemeClr>
          </a:solidFill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</a:tblBg>
    <a:wholeTbl>
      <a:tcTxStyle>
        <a:fontRef idx="minor">
          <a:srgbClr val="00000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rgbClr val="00000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rgbClr val="00000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rgbClr val="00000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1418" autoAdjust="0"/>
    <p:restoredTop sz="71555" autoAdjust="0"/>
  </p:normalViewPr>
  <p:slideViewPr>
    <p:cSldViewPr snapToGrid="0">
      <p:cViewPr varScale="1">
        <p:scale>
          <a:sx n="85" d="100"/>
          <a:sy n="85" d="100"/>
        </p:scale>
        <p:origin x="64" y="724"/>
      </p:cViewPr>
      <p:guideLst/>
    </p:cSldViewPr>
  </p:slideViewPr>
  <p:outlineViewPr>
    <p:cViewPr>
      <p:scale>
        <a:sx n="33" d="100"/>
        <a:sy n="33" d="100"/>
      </p:scale>
      <p:origin x="0" y="-1581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DF4E56-2A7E-450D-B03F-70A1A79E88DC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A2F9D-383C-4A84-805B-9EAD4C4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369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042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6154" y="1855178"/>
            <a:ext cx="5356228" cy="2130321"/>
          </a:xfrm>
        </p:spPr>
        <p:txBody>
          <a:bodyPr anchor="t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6154" y="4242777"/>
            <a:ext cx="5356229" cy="107329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Box 20"/>
          <p:cNvSpPr txBox="1">
            <a:spLocks noChangeArrowheads="1"/>
          </p:cNvSpPr>
          <p:nvPr userDrawn="1"/>
        </p:nvSpPr>
        <p:spPr bwMode="auto">
          <a:xfrm>
            <a:off x="766154" y="6427459"/>
            <a:ext cx="2234907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Copyright BETEKK Pte Ltd. All Rights Reserved.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FFD5812-2BF0-705A-7CB6-1A09FCCC7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649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94F93-FC94-0DBC-9A0D-24B1192F6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AA150-0EF6-CD93-8DC6-326609FDA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Arboria Medium" panose="0200000000000000000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64794-C39A-30AF-FD6B-890BCE456A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536D05-BD1B-4277-A2A0-A05CF980A1F0}" type="datetime1">
              <a:rPr lang="en-SG" smtClean="0"/>
              <a:pPr/>
              <a:t>11/6/2026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1CDAC-DA92-9780-9E89-278D05F4E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437DFE4-ABD2-4268-6342-E0D8A127F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r>
              <a:rPr lang="en-US" dirty="0"/>
              <a:t>© BETEKK Pte Ltd</a:t>
            </a:r>
          </a:p>
        </p:txBody>
      </p:sp>
    </p:spTree>
    <p:extLst>
      <p:ext uri="{BB962C8B-B14F-4D97-AF65-F5344CB8AC3E}">
        <p14:creationId xmlns:p14="http://schemas.microsoft.com/office/powerpoint/2010/main" val="892081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94F93-FC94-0DBC-9A0D-24B1192F6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732155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AA150-0EF6-CD93-8DC6-326609FDA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732155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Arboria Medium" panose="0200000000000000000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64794-C39A-30AF-FD6B-890BCE456A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536D05-BD1B-4277-A2A0-A05CF980A1F0}" type="datetime1">
              <a:rPr lang="en-SG" smtClean="0"/>
              <a:pPr/>
              <a:t>11/6/2026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1CDAC-DA92-9780-9E89-278D05F4E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437DFE4-ABD2-4268-6342-E0D8A127F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r>
              <a:rPr lang="en-US" dirty="0"/>
              <a:t>© BETEKK Pte Ltd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54D12E6-3835-FC0A-01B7-D4CB52DA64F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86775" y="1709738"/>
            <a:ext cx="3076575" cy="28527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643935E-EA95-82F6-D67B-48E462DF8AA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86775" y="4589463"/>
            <a:ext cx="3076575" cy="150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9032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C2125-BBE3-2469-4E5B-B64DE1994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00206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FA078-A2A3-9B0E-0BDD-1CCB89F7AD3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00206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Section description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4307D-7309-460F-BB22-08CAFA7B8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© BETEKK Pte Ltd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85CC9-3578-F658-7EBB-0200AC376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4250" y="6356350"/>
            <a:ext cx="2743200" cy="365125"/>
          </a:xfrm>
        </p:spPr>
        <p:txBody>
          <a:bodyPr/>
          <a:lstStyle>
            <a:lvl1pPr algn="r">
              <a:defRPr>
                <a:solidFill>
                  <a:srgbClr val="002060"/>
                </a:solidFill>
              </a:defRPr>
            </a:lvl1pPr>
          </a:lstStyle>
          <a:p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3F123-E794-39A6-466A-B17735D31B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536D05-BD1B-4277-A2A0-A05CF980A1F0}" type="datetime1">
              <a:rPr lang="en-SG" smtClean="0"/>
              <a:pPr/>
              <a:t>11/6/2026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419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itle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A0FD1-6506-664F-BE10-C1AA9FE20B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4"/>
            <a:ext cx="8806132" cy="1235075"/>
          </a:xfrm>
        </p:spPr>
        <p:txBody>
          <a:bodyPr/>
          <a:lstStyle/>
          <a:p>
            <a:r>
              <a:rPr lang="en-GB"/>
              <a:t>Main Title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AF2681-388C-209E-736B-86A147EC43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371599"/>
            <a:ext cx="7442200" cy="5826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Topic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32EBF9C-13D5-98D4-21D5-DB59ED6758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660900"/>
            <a:ext cx="7315200" cy="8255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Prepared by: Lecturer Name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3E4AA20-B316-65C4-4B98-BDD5695C89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r>
              <a:rPr lang="en-US" dirty="0"/>
              <a:t>© BETEKK Pte Ltd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59CBAC6-5C34-CC39-395C-73B20A4AE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B8D8E6B-71DB-CB8B-B09E-5ED32AFA26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536D05-BD1B-4277-A2A0-A05CF980A1F0}" type="datetime1">
              <a:rPr lang="en-SG" smtClean="0"/>
              <a:pPr/>
              <a:t>11/6/2026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33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C2125-BBE3-2469-4E5B-B64DE1994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Section Title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FA078-A2A3-9B0E-0BDD-1CCB89F7AD3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Section description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4307D-7309-460F-BB22-08CAFA7B8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© BETEKK Pte Ltd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6A8D06E-0BCD-1F65-0596-F129F594E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45F1C05-C91C-1CDC-DC7F-CDF37C51AE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536D05-BD1B-4277-A2A0-A05CF980A1F0}" type="datetime1">
              <a:rPr lang="en-SG" smtClean="0"/>
              <a:pPr/>
              <a:t>11/6/2026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999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7396FE1-49CD-9A4D-A2F3-AD29EE0082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B2075B0-3148-BA12-A4D9-DF0C1E53B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91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5C54D-A579-ECE1-3673-10903D3EF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92941" cy="132556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964E3-2FAE-939C-8F9F-67E70CBFB658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GB" dirty="0"/>
              <a:t>Point 1</a:t>
            </a:r>
          </a:p>
          <a:p>
            <a:pPr lvl="1"/>
            <a:r>
              <a:rPr lang="en-GB" dirty="0"/>
              <a:t>Subpoint</a:t>
            </a:r>
          </a:p>
          <a:p>
            <a:pPr lvl="0"/>
            <a:r>
              <a:rPr lang="en-GB" dirty="0"/>
              <a:t>Point 2</a:t>
            </a:r>
          </a:p>
          <a:p>
            <a:pPr lvl="1"/>
            <a:r>
              <a:rPr lang="en-GB" dirty="0"/>
              <a:t>Subpoint</a:t>
            </a:r>
          </a:p>
          <a:p>
            <a:pPr lvl="0"/>
            <a:r>
              <a:rPr lang="en-GB" dirty="0"/>
              <a:t>Point 3</a:t>
            </a:r>
          </a:p>
          <a:p>
            <a:pPr lvl="1"/>
            <a:r>
              <a:rPr lang="en-GB" dirty="0"/>
              <a:t>Subpoint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46ABA-B34E-7E84-3578-2B2CC7B6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© BETEKK Pte Ltd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1F8BA7-5FCD-201D-DFE5-782E37DCE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CB17677-9139-AFF8-1F79-E46855BE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536D05-BD1B-4277-A2A0-A05CF980A1F0}" type="datetime1">
              <a:rPr lang="en-SG" smtClean="0"/>
              <a:pPr/>
              <a:t>11/6/2026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138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B5EBB00-D347-B9E5-889F-476C838811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803068"/>
            <a:ext cx="10515600" cy="5107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Header 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F5F5881-693E-D9F7-AD04-AD95570D5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92941" cy="132556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0B2EF70-03AA-8BF7-8192-3B91FAEAA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9E54B0B-E670-8D7D-817F-00D3ED088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49643D9-B7C6-BC4E-9A6F-8C1122C4FE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426209"/>
            <a:ext cx="10515600" cy="3750753"/>
          </a:xfrm>
        </p:spPr>
        <p:txBody>
          <a:bodyPr/>
          <a:lstStyle/>
          <a:p>
            <a:pPr lvl="0"/>
            <a:r>
              <a:rPr lang="en-GB" dirty="0"/>
              <a:t>Point 1</a:t>
            </a:r>
          </a:p>
          <a:p>
            <a:pPr lvl="1"/>
            <a:r>
              <a:rPr lang="en-GB" dirty="0"/>
              <a:t>Subpoint</a:t>
            </a:r>
          </a:p>
          <a:p>
            <a:pPr lvl="0"/>
            <a:r>
              <a:rPr lang="en-GB" dirty="0"/>
              <a:t>Point 2</a:t>
            </a:r>
          </a:p>
          <a:p>
            <a:pPr lvl="1"/>
            <a:r>
              <a:rPr lang="en-GB" dirty="0"/>
              <a:t>Subpoint</a:t>
            </a:r>
          </a:p>
          <a:p>
            <a:pPr lvl="0"/>
            <a:r>
              <a:rPr lang="en-GB" dirty="0"/>
              <a:t>Point 3</a:t>
            </a:r>
          </a:p>
          <a:p>
            <a:pPr lvl="1"/>
            <a:r>
              <a:rPr lang="en-GB" dirty="0"/>
              <a:t>Subpoint 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C851255-FE03-A982-1115-A7989E57BC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536D05-BD1B-4277-A2A0-A05CF980A1F0}" type="datetime1">
              <a:rPr lang="en-SG" smtClean="0"/>
              <a:pPr/>
              <a:t>11/6/2026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705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7396FE1-49CD-9A4D-A2F3-AD29EE0082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B2075B0-3148-BA12-A4D9-DF0C1E53B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C9A7BAE-36A2-ADB7-5EFC-2C9E66668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92941" cy="132556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2A9DE3C-F385-959A-32AF-97D77C4EAB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536D05-BD1B-4277-A2A0-A05CF980A1F0}" type="datetime1">
              <a:rPr lang="en-SG" smtClean="0"/>
              <a:pPr/>
              <a:t>11/6/2026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94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>
            <a:alpha val="6108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5C54D-A579-ECE1-3673-10903D3EF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14758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400"/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964E3-2FAE-939C-8F9F-67E70CBFB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3221"/>
            <a:ext cx="5175738" cy="3596147"/>
          </a:xfrm>
        </p:spPr>
        <p:txBody>
          <a:bodyPr/>
          <a:lstStyle>
            <a:lvl1pPr>
              <a:defRPr sz="2000">
                <a:solidFill>
                  <a:srgbClr val="235E8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7D57461-A95E-B232-0971-457FC7EAFFF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78062" y="2196110"/>
            <a:ext cx="5175738" cy="3604018"/>
          </a:xfrm>
        </p:spPr>
        <p:txBody>
          <a:bodyPr>
            <a:noAutofit/>
          </a:bodyPr>
          <a:lstStyle>
            <a:lvl1pPr>
              <a:defRPr sz="2000">
                <a:solidFill>
                  <a:srgbClr val="235E8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35A8FD3-29B6-E776-61A9-AEDB1F24B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r>
              <a:rPr lang="en-US" dirty="0"/>
              <a:t>© BETEKK Pte Ltd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793D8-E66D-0CA3-E03E-9C074A51807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459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5C54D-A579-ECE1-3673-10903D3EF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782050" cy="132556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2073BBC-96A4-335C-DC9C-B6E221C45C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853994-7265-8EC0-42E5-2D2FAF9054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43E152C-01DD-ABB0-7B94-429C1678F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7689"/>
            <a:ext cx="5175738" cy="4348162"/>
          </a:xfrm>
        </p:spPr>
        <p:txBody>
          <a:bodyPr/>
          <a:lstStyle>
            <a:lvl1pPr>
              <a:defRPr sz="2000">
                <a:solidFill>
                  <a:srgbClr val="235E8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56CB8E0-2B3F-3334-0F81-D9DE715CC0B9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78062" y="1817689"/>
            <a:ext cx="5175738" cy="4348162"/>
          </a:xfrm>
        </p:spPr>
        <p:txBody>
          <a:bodyPr/>
          <a:lstStyle>
            <a:lvl1pPr>
              <a:defRPr sz="2000">
                <a:solidFill>
                  <a:srgbClr val="235E8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6871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bg1">
            <a:alpha val="6108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964E3-2FAE-939C-8F9F-67E70CBFB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3221"/>
            <a:ext cx="5175738" cy="3596147"/>
          </a:xfrm>
        </p:spPr>
        <p:txBody>
          <a:bodyPr/>
          <a:lstStyle>
            <a:lvl1pPr>
              <a:defRPr sz="2000">
                <a:solidFill>
                  <a:srgbClr val="235E8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876A7C7-F631-8D8C-81E2-4713844A8A8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494253" y="2203220"/>
            <a:ext cx="5175738" cy="3596147"/>
          </a:xfrm>
        </p:spPr>
        <p:txBody>
          <a:bodyPr/>
          <a:lstStyle>
            <a:lvl1pPr>
              <a:defRPr sz="2000">
                <a:solidFill>
                  <a:srgbClr val="235E8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19783AF-8AB4-E577-54D8-07524FE1B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r>
              <a:rPr lang="en-US" dirty="0"/>
              <a:t>© BETEKK Pte Ltd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CBE04F6-5B21-C3A7-09AD-DDC686A3B68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E3065C-073B-594B-1D06-98D1D9CBF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14758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9531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7040524-7239-DE0D-9747-6F421FB1A2E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37288" y="2378075"/>
            <a:ext cx="5116512" cy="3787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97C8419-565A-70DF-721D-12A85604DDB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38200" y="2378075"/>
            <a:ext cx="5116513" cy="37877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B5EBB00-D347-B9E5-889F-476C838811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803068"/>
            <a:ext cx="10515600" cy="5107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Header 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E5238B6-11D1-C0BE-3E5F-E7277A9B6E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8892941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</a:t>
            </a: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1A7A62A-FC00-3AEC-BF3D-66AEBDBC0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FD57637-BF33-95A6-BCD7-A3C053BED46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1953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5C54D-A579-ECE1-3673-10903D3EF5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8840638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B5EBB00-D347-B9E5-889F-476C838811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803068"/>
            <a:ext cx="5117123" cy="5107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Header 1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64B9864-0ABC-E3A6-694A-0EFDC4BB06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6675" y="1803068"/>
            <a:ext cx="5117123" cy="5107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Header 2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10F031F-0FF2-812F-369A-0F38446EBF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C281EA0-0466-D60D-9A7B-2F32CFF5E1E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6AA1B0F1-B0A0-46A2-15FD-7640C2EB488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37288" y="2378075"/>
            <a:ext cx="5116512" cy="3787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62B00E7-5BDF-531C-590C-992419DE57C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38200" y="2378075"/>
            <a:ext cx="5116513" cy="37877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67370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C9A79333-6613-6E11-0432-47AA1EC488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37288" y="1771665"/>
            <a:ext cx="5116512" cy="4394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5C54D-A579-ECE1-3673-10903D3EF5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8840638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B5EBB00-D347-B9E5-889F-476C838811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803068"/>
            <a:ext cx="5117123" cy="5107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Header 1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10F031F-0FF2-812F-369A-0F38446EBF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C281EA0-0466-D60D-9A7B-2F32CFF5E1E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310006B-BEF8-67A4-2111-1D5015C4678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38200" y="2378075"/>
            <a:ext cx="5116513" cy="37877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456399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D56A5208-0158-AF97-E77F-018D09A7356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37288" y="2378075"/>
            <a:ext cx="5116512" cy="3787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2EC1FF2-1BB1-68E5-E923-4E960F47F61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38200" y="1803069"/>
            <a:ext cx="5116513" cy="436278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5C54D-A579-ECE1-3673-10903D3EF5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8840638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</a:t>
            </a:r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64B9864-0ABC-E3A6-694A-0EFDC4BB06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6675" y="1803068"/>
            <a:ext cx="5117123" cy="5107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Header 2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10F031F-0FF2-812F-369A-0F38446EBF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C281EA0-0466-D60D-9A7B-2F32CFF5E1E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4617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964E3-2FAE-939C-8F9F-67E70CBFB65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055331"/>
            <a:ext cx="10515600" cy="1994155"/>
          </a:xfrm>
        </p:spPr>
        <p:txBody>
          <a:bodyPr/>
          <a:lstStyle/>
          <a:p>
            <a:pPr lvl="0"/>
            <a:r>
              <a:rPr lang="en-GB"/>
              <a:t>Point 1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2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3</a:t>
            </a:r>
          </a:p>
          <a:p>
            <a:pPr lvl="1"/>
            <a:r>
              <a:rPr lang="en-GB"/>
              <a:t>Subpoint 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EE571D4-9B44-21DB-9CF6-0E310DB68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© BETEKK Pte Ltd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F74BAD9-E655-B15D-8CF4-2BB7266CAAF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ECCD140-83D1-B9CB-E1FA-98E822801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14758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400"/>
            </a:lvl1pPr>
          </a:lstStyle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8D0656-1D7B-1CC0-54B9-F582AB5D9CD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38200" y="4276017"/>
            <a:ext cx="10515600" cy="1994155"/>
          </a:xfrm>
        </p:spPr>
        <p:txBody>
          <a:bodyPr/>
          <a:lstStyle/>
          <a:p>
            <a:pPr lvl="0"/>
            <a:r>
              <a:rPr lang="en-GB"/>
              <a:t>Point 1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2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3</a:t>
            </a:r>
          </a:p>
          <a:p>
            <a:pPr lvl="1"/>
            <a:r>
              <a:rPr lang="en-GB"/>
              <a:t>Subpoint </a:t>
            </a:r>
          </a:p>
        </p:txBody>
      </p:sp>
    </p:spTree>
    <p:extLst>
      <p:ext uri="{BB962C8B-B14F-4D97-AF65-F5344CB8AC3E}">
        <p14:creationId xmlns:p14="http://schemas.microsoft.com/office/powerpoint/2010/main" val="7461951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964E3-2FAE-939C-8F9F-67E70CBFB65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400008"/>
            <a:ext cx="10515600" cy="2235393"/>
          </a:xfrm>
        </p:spPr>
        <p:txBody>
          <a:bodyPr/>
          <a:lstStyle/>
          <a:p>
            <a:pPr lvl="0"/>
            <a:r>
              <a:rPr lang="en-GB"/>
              <a:t>Point 1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2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3</a:t>
            </a:r>
          </a:p>
          <a:p>
            <a:pPr lvl="1"/>
            <a:r>
              <a:rPr lang="en-GB"/>
              <a:t>Subpoint 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EE571D4-9B44-21DB-9CF6-0E310DB68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© BETEKK Pte Ltd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F74BAD9-E655-B15D-8CF4-2BB7266CAAF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ECCD140-83D1-B9CB-E1FA-98E822801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14758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400"/>
            </a:lvl1pPr>
          </a:lstStyle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8D0656-1D7B-1CC0-54B9-F582AB5D9CD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38200" y="4861932"/>
            <a:ext cx="10515600" cy="1408240"/>
          </a:xfrm>
        </p:spPr>
        <p:txBody>
          <a:bodyPr/>
          <a:lstStyle/>
          <a:p>
            <a:pPr lvl="0"/>
            <a:r>
              <a:rPr lang="en-GB"/>
              <a:t>Point 1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2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3</a:t>
            </a:r>
          </a:p>
          <a:p>
            <a:pPr lvl="1"/>
            <a:r>
              <a:rPr lang="en-GB"/>
              <a:t>Subpoint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57A5F-5B33-81B7-5AD4-F1D0D3290E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803068"/>
            <a:ext cx="10515600" cy="5107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Header 1</a:t>
            </a:r>
          </a:p>
        </p:txBody>
      </p:sp>
    </p:spTree>
    <p:extLst>
      <p:ext uri="{BB962C8B-B14F-4D97-AF65-F5344CB8AC3E}">
        <p14:creationId xmlns:p14="http://schemas.microsoft.com/office/powerpoint/2010/main" val="2928460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964E3-2FAE-939C-8F9F-67E70CBFB65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1918239"/>
          </a:xfrm>
        </p:spPr>
        <p:txBody>
          <a:bodyPr/>
          <a:lstStyle/>
          <a:p>
            <a:pPr lvl="0"/>
            <a:r>
              <a:rPr lang="en-GB"/>
              <a:t>Point 1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2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3</a:t>
            </a:r>
          </a:p>
          <a:p>
            <a:pPr lvl="1"/>
            <a:r>
              <a:rPr lang="en-GB"/>
              <a:t>Subpoint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EF2DDC-856B-A418-C360-1D274FE0021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38200" y="4053606"/>
            <a:ext cx="10515600" cy="1918239"/>
          </a:xfrm>
        </p:spPr>
        <p:txBody>
          <a:bodyPr/>
          <a:lstStyle/>
          <a:p>
            <a:pPr lvl="0"/>
            <a:r>
              <a:rPr lang="en-GB"/>
              <a:t>Point 1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2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3</a:t>
            </a:r>
          </a:p>
          <a:p>
            <a:pPr lvl="1"/>
            <a:r>
              <a:rPr lang="en-GB"/>
              <a:t>Subpoint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3876A4-DDBB-F42D-1163-7010ED562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92941" cy="132556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C8CE60B-741D-8B18-10F9-48C22D81A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r>
              <a:rPr lang="en-US" dirty="0"/>
              <a:t>© BETEKK Pte Ltd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9A033BE-1AA2-A74F-5C8A-1DFA1A4EE06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953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7B7E25F-C3A9-5C4E-B4A5-D674045670A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489325" y="1820863"/>
            <a:ext cx="5116513" cy="43481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90F9D35-0421-DA75-33E6-1151D0BDF794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945563" y="1820863"/>
            <a:ext cx="2408237" cy="43481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795A2D7-207C-D95D-AB24-C2182D91841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38200" y="1820863"/>
            <a:ext cx="2309813" cy="43481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5C54D-A579-ECE1-3673-10903D3EF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32011" cy="132556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9D6C9E4-EB18-9141-6376-816B549736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445AA4E-09C0-CE87-A427-B6CF005926A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1033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2D599A1-196C-A569-36F9-CABCAC7B7A4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38200" y="2378075"/>
            <a:ext cx="3200400" cy="3787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F7C06A7-85EB-0259-BE65-5A5ED96FCFB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495800" y="2378075"/>
            <a:ext cx="3200400" cy="3787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362D90D-065E-43F1-EE3D-ECAAC4A978E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153399" y="2377441"/>
            <a:ext cx="3200401" cy="37884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B5EBB00-D347-B9E5-889F-476C838811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803068"/>
            <a:ext cx="10515600" cy="5107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Header 1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1A7A62A-FC00-3AEC-BF3D-66AEBDBC0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222893A-2D25-42AA-AF97-A520EE2B4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C75AC4E-0B40-196F-9FB8-B216A6C68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14758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272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5C54D-A579-ECE1-3673-10903D3EF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782050" cy="132556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2073BBC-96A4-335C-DC9C-B6E221C45C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853994-7265-8EC0-42E5-2D2FAF9054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43E152C-01DD-ABB0-7B94-429C1678F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7689"/>
            <a:ext cx="5175738" cy="2137454"/>
          </a:xfrm>
        </p:spPr>
        <p:txBody>
          <a:bodyPr/>
          <a:lstStyle>
            <a:lvl1pPr>
              <a:defRPr sz="2000">
                <a:solidFill>
                  <a:srgbClr val="235E8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DCC7FA1-FBFC-8288-7D01-7205D8893F1A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38200" y="4145642"/>
            <a:ext cx="5175738" cy="2020209"/>
          </a:xfrm>
        </p:spPr>
        <p:txBody>
          <a:bodyPr/>
          <a:lstStyle>
            <a:lvl1pPr>
              <a:defRPr sz="2000">
                <a:solidFill>
                  <a:srgbClr val="235E8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70009EF-100D-BCC1-E56B-AF32AF82A1D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78064" y="1817689"/>
            <a:ext cx="5175738" cy="2137454"/>
          </a:xfrm>
        </p:spPr>
        <p:txBody>
          <a:bodyPr/>
          <a:lstStyle>
            <a:lvl1pPr>
              <a:defRPr sz="2000">
                <a:solidFill>
                  <a:srgbClr val="235E8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BA89D1-0F6E-BCAD-4AEA-E1C68FD5BCB9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78064" y="4145641"/>
            <a:ext cx="5175738" cy="2020209"/>
          </a:xfrm>
        </p:spPr>
        <p:txBody>
          <a:bodyPr/>
          <a:lstStyle>
            <a:lvl1pPr>
              <a:defRPr sz="2000">
                <a:solidFill>
                  <a:srgbClr val="235E8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73072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964E3-2FAE-939C-8F9F-67E70CBFB65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426210"/>
            <a:ext cx="10515600" cy="1598253"/>
          </a:xfrm>
        </p:spPr>
        <p:txBody>
          <a:bodyPr/>
          <a:lstStyle/>
          <a:p>
            <a:pPr lvl="0"/>
            <a:r>
              <a:rPr lang="en-GB"/>
              <a:t>Point 1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2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3</a:t>
            </a:r>
          </a:p>
          <a:p>
            <a:pPr lvl="1"/>
            <a:r>
              <a:rPr lang="en-GB"/>
              <a:t>Subpoint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EF2DDC-856B-A418-C360-1D274FE0021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38200" y="4646661"/>
            <a:ext cx="10515600" cy="1598253"/>
          </a:xfrm>
        </p:spPr>
        <p:txBody>
          <a:bodyPr/>
          <a:lstStyle/>
          <a:p>
            <a:pPr lvl="0"/>
            <a:r>
              <a:rPr lang="en-GB"/>
              <a:t>Point 1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2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3</a:t>
            </a:r>
          </a:p>
          <a:p>
            <a:pPr lvl="1"/>
            <a:r>
              <a:rPr lang="en-GB"/>
              <a:t>Subpoint 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04C9E5C-12B3-51A2-04EF-60D366568C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803068"/>
            <a:ext cx="10515600" cy="5107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Header 1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25F9BD-F9CA-1967-AA7A-7267B09A79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4077912"/>
            <a:ext cx="10515600" cy="5107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Header 1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A2C9F35-CABE-21E8-221B-EF42B9450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92941" cy="132556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0DF11C3-E3B0-763F-3431-36F42EB52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r>
              <a:rPr lang="en-US" dirty="0"/>
              <a:t>© BETEKK Pte Ltd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5AD23D3-88F6-79EE-D352-1B3727CC0B2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8868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B11281D2-53C7-C542-ED42-9236B9053AB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45591" y="1826075"/>
            <a:ext cx="2408207" cy="434816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60AE20B-319D-E7B0-2DCF-7D3054A0D8D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88555" y="1820475"/>
            <a:ext cx="2607445" cy="2419016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5C54D-A579-ECE1-3673-10903D3EF5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8832011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</a:t>
            </a:r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E154BF6C-E919-29A8-56BF-10BF787B50B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38202" y="1820475"/>
            <a:ext cx="2310440" cy="434816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FC8B3A5A-745E-4921-FB30-84FF884CFD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17073" y="1820475"/>
            <a:ext cx="2607445" cy="2419016"/>
          </a:xfrm>
        </p:spPr>
        <p:txBody>
          <a:bodyPr/>
          <a:lstStyle/>
          <a:p>
            <a:endParaRPr lang="en-US"/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C7079F9E-9961-7FBB-1EDE-39ABCEA2259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88555" y="4369277"/>
            <a:ext cx="2607444" cy="1799359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58FA29B5-362D-7F54-3EE5-02DC2634A76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17074" y="4369276"/>
            <a:ext cx="2607444" cy="1799359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7DEC698-B44A-D787-B19C-5904FC920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3BDEE06-8ACC-22D4-6C51-A95E56BAAA5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7953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B5EBB00-D347-B9E5-889F-476C838811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803068"/>
            <a:ext cx="3200400" cy="5107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Header 1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DF36E58-723B-124B-E355-787F11A93ED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38199" y="3934690"/>
            <a:ext cx="3200401" cy="2231159"/>
          </a:xfrm>
        </p:spPr>
        <p:txBody>
          <a:bodyPr/>
          <a:lstStyle/>
          <a:p>
            <a:pPr lvl="0"/>
            <a:r>
              <a:rPr lang="en-GB"/>
              <a:t>Point 1</a:t>
            </a:r>
          </a:p>
          <a:p>
            <a:pPr lvl="1"/>
            <a:r>
              <a:rPr lang="en-GB"/>
              <a:t>Subpoint</a:t>
            </a:r>
          </a:p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E5238B6-11D1-C0BE-3E5F-E7277A9B6E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8892941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</a:t>
            </a: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1A7A62A-FC00-3AEC-BF3D-66AEBDBC0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FD4FD59F-5A27-5471-5E34-E2A08EE95FD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495799" y="3934690"/>
            <a:ext cx="3200401" cy="223116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Point 2</a:t>
            </a:r>
          </a:p>
          <a:p>
            <a:pPr lvl="1"/>
            <a:r>
              <a:rPr lang="en-GB"/>
              <a:t>Subpoint</a:t>
            </a:r>
          </a:p>
          <a:p>
            <a:endParaRPr lang="en-US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B65DE86-8697-1EB8-D77B-F1D5D8F2485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53399" y="3934688"/>
            <a:ext cx="3200401" cy="223116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Point 3</a:t>
            </a:r>
          </a:p>
          <a:p>
            <a:pPr lvl="1"/>
            <a:r>
              <a:rPr lang="en-GB"/>
              <a:t>Subpoint</a:t>
            </a:r>
          </a:p>
          <a:p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010106F-B0B2-DD6B-8CA3-5461EBD3A4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95799" y="1771428"/>
            <a:ext cx="3200400" cy="5107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Header 2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C88E9AE3-2390-0FB7-52DC-4A10A95B8E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53400" y="1771428"/>
            <a:ext cx="3200400" cy="5107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Header 3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1E40D7C-7F94-EAE5-EE11-6DBE9C11CCE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38199" y="2372823"/>
            <a:ext cx="3200401" cy="1366749"/>
          </a:xfrm>
        </p:spPr>
        <p:txBody>
          <a:bodyPr/>
          <a:lstStyle/>
          <a:p>
            <a:pPr lvl="0"/>
            <a:r>
              <a:rPr lang="en-GB"/>
              <a:t>Point 1</a:t>
            </a:r>
          </a:p>
          <a:p>
            <a:pPr lvl="1"/>
            <a:r>
              <a:rPr lang="en-GB"/>
              <a:t>Subpoint</a:t>
            </a:r>
          </a:p>
          <a:p>
            <a:endParaRPr lang="en-US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437977C7-489E-A148-2ADF-4AA10BCBF7B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495799" y="2372823"/>
            <a:ext cx="3200401" cy="136674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Point 2</a:t>
            </a:r>
          </a:p>
          <a:p>
            <a:pPr lvl="1"/>
            <a:r>
              <a:rPr lang="en-GB"/>
              <a:t>Subpoint</a:t>
            </a:r>
          </a:p>
          <a:p>
            <a:endParaRPr lang="en-US"/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175EA33E-946A-4629-E4D6-E438A9A099A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53399" y="2378624"/>
            <a:ext cx="3200401" cy="136674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Point 3</a:t>
            </a:r>
          </a:p>
          <a:p>
            <a:pPr lvl="1"/>
            <a:r>
              <a:rPr lang="en-GB"/>
              <a:t>Subpoint</a:t>
            </a:r>
          </a:p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0AD1D57-EFB1-0775-B604-EA2729EB0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8468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60AE20B-319D-E7B0-2DCF-7D3054A0D8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36676" y="3005422"/>
            <a:ext cx="5117123" cy="31604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Point 2</a:t>
            </a:r>
          </a:p>
          <a:p>
            <a:pPr lvl="1"/>
            <a:r>
              <a:rPr lang="en-GB"/>
              <a:t>Subpoint</a:t>
            </a:r>
          </a:p>
          <a:p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B5EBB00-D347-B9E5-889F-476C838811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803068"/>
            <a:ext cx="10515600" cy="5107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Header 1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DF36E58-723B-124B-E355-787F11A93ED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38199" y="3005422"/>
            <a:ext cx="5117123" cy="3160427"/>
          </a:xfrm>
        </p:spPr>
        <p:txBody>
          <a:bodyPr/>
          <a:lstStyle/>
          <a:p>
            <a:pPr lvl="0"/>
            <a:r>
              <a:rPr lang="en-GB" dirty="0"/>
              <a:t>Point 1</a:t>
            </a:r>
          </a:p>
          <a:p>
            <a:pPr lvl="1"/>
            <a:r>
              <a:rPr lang="en-GB" dirty="0"/>
              <a:t>Subpoint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E5238B6-11D1-C0BE-3E5F-E7277A9B6E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8892941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</a:t>
            </a: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1A7A62A-FC00-3AEC-BF3D-66AEBDBC0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6AD8BCC-211A-0E0C-E22D-3EA7659575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6676" y="2404245"/>
            <a:ext cx="5117124" cy="410676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 err="1"/>
              <a:t>SubHeader</a:t>
            </a:r>
            <a:r>
              <a:rPr lang="en-GB"/>
              <a:t> 2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BFBB144-4992-2A9C-07FA-2F2152D6D5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199" y="2404078"/>
            <a:ext cx="5117124" cy="41067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 err="1"/>
              <a:t>SubHeader</a:t>
            </a:r>
            <a:r>
              <a:rPr lang="en-GB"/>
              <a:t> 1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43502D-5719-D78E-9EAD-A0357724622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5237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78298"/>
            <a:ext cx="10515600" cy="37986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82B0-A764-7649-BFD8-7624B53F13A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83E783-6775-8FF7-275C-2B5D8FB49A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755204"/>
            <a:ext cx="105156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313498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C342F9-B3B3-50E4-B544-60C7C19FDEA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72075" y="981075"/>
            <a:ext cx="6180138" cy="4879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5D51981-D45A-F9EF-7A1B-0D99A8C4115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9788" y="2057401"/>
            <a:ext cx="3932237" cy="38036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F0D591-B40F-2BDA-A682-0BAC32C0B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F2DCB-1187-734A-AC84-CBB7F6C1F2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536D05-BD1B-4277-A2A0-A05CF980A1F0}" type="datetime1">
              <a:rPr lang="en-SG" smtClean="0"/>
              <a:pPr/>
              <a:t>11/6/2026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71F57-5745-64EF-EE74-D33619DFB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BETEKK Pte Ltd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3C4C8-14DA-35DE-7D42-258D73C87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7FE987-1470-409D-B36B-856CC5E9DD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49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C342F9-B3B3-50E4-B544-60C7C19FDEA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72074" y="981075"/>
            <a:ext cx="6677025" cy="25336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5D51981-D45A-F9EF-7A1B-0D99A8C4115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9788" y="2057401"/>
            <a:ext cx="3932237" cy="38036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F0D591-B40F-2BDA-A682-0BAC32C0B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F2DCB-1187-734A-AC84-CBB7F6C1F2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536D05-BD1B-4277-A2A0-A05CF980A1F0}" type="datetime1">
              <a:rPr lang="en-SG" smtClean="0"/>
              <a:pPr/>
              <a:t>11/6/2026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71F57-5745-64EF-EE74-D33619DFB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BETEKK Pte Ltd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3C4C8-14DA-35DE-7D42-258D73C87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7FE987-1470-409D-B36B-856CC5E9DD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D7D49F4E-6C85-0105-5B8F-A2E8E11F08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172074" y="3724275"/>
            <a:ext cx="6677025" cy="25336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695783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82B0-A764-7649-BFD8-7624B53F13A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8520B29-5A59-582F-8073-A59134731E1C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38200" y="2353121"/>
            <a:ext cx="5181597" cy="38238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6F69B825-ABBC-2CD1-50E3-80B0A7DC5D0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8200" y="1755204"/>
            <a:ext cx="105156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9FAC45E-CCBD-6ADA-F5E4-7ADB61B16997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172203" y="2368010"/>
            <a:ext cx="5181597" cy="38238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99634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47783-AC23-A79D-2EAF-2AA4F7E46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9AF57-AC94-5036-EAB8-5E34A3114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F743CA-D5EB-8C48-F1CF-FE9A694A5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5243A9-2152-7028-AB64-7152AB5E4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2B3CF5-6986-E41B-B981-28F7854F99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E9CCE4-63DB-255E-249A-5D3CE2108F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536D05-BD1B-4277-A2A0-A05CF980A1F0}" type="datetime1">
              <a:rPr lang="en-SG" smtClean="0"/>
              <a:pPr/>
              <a:t>11/6/2026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952031-8DD6-0DC9-92F4-E5BECE3D5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BETEKK Pte Ltd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48E478-2DCB-07F2-4E84-54F30A7B8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7FE987-1470-409D-B36B-856CC5E9DD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3335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ACB6E-59D6-4B02-76AE-BEBFF758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19351-6829-1AC6-8327-435B1AE5C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51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A8E2A92-DD34-2521-ECFF-72B79ACB55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536D05-BD1B-4277-A2A0-A05CF980A1F0}" type="datetime1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11/6/2026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D07CEB3-080D-B56D-31B0-759032CDB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FillTx/>
                <a:latin typeface="Calibri" panose="020F0502020204030204"/>
                <a:ea typeface="+mn-ea"/>
                <a:cs typeface="+mn-cs"/>
              </a:rPr>
              <a:t>© BETEKK Pte Ltd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84244BA-C233-EF43-9E2B-36BF46730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B7FE987-1470-409D-B36B-856CC5E9DD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C306D2-BD2E-E1D6-992B-ACB8B317ABC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38200" y="4095750"/>
            <a:ext cx="10515600" cy="2125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73094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ACB6E-59D6-4B02-76AE-BEBFF758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19351-6829-1AC6-8327-435B1AE5C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51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A8E2A92-DD34-2521-ECFF-72B79ACB55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536D05-BD1B-4277-A2A0-A05CF980A1F0}" type="datetime1">
              <a:rPr lang="en-SG" smtClean="0"/>
              <a:t>11/6/2026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D07CEB3-080D-B56D-31B0-759032CDB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© BETEKK Pte Ltd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84244BA-C233-EF43-9E2B-36BF46730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7FE987-1470-409D-B36B-856CC5E9DDB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C306D2-BD2E-E1D6-992B-ACB8B317ABC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38200" y="4095750"/>
            <a:ext cx="10515600" cy="2125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11126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AE43-E0B1-942A-7DE0-19152E984C4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235E82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0DDCC1-3DCA-32F5-028D-73E0B27EE2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Prepared by: Lecturer Name</a:t>
            </a:r>
          </a:p>
          <a:p>
            <a:r>
              <a:rPr lang="en-GB"/>
              <a:t>Email address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5041F6C-38B1-9C73-0450-CE2844E77D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2830D6C-85E1-95DB-5A67-0A2BB097E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4366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solidFill>
          <a:srgbClr val="0042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6154" y="1855178"/>
            <a:ext cx="5356228" cy="2130321"/>
          </a:xfrm>
        </p:spPr>
        <p:txBody>
          <a:bodyPr anchor="t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6154" y="4242777"/>
            <a:ext cx="5356229" cy="107329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Box 20"/>
          <p:cNvSpPr txBox="1">
            <a:spLocks noChangeArrowheads="1"/>
          </p:cNvSpPr>
          <p:nvPr userDrawn="1"/>
        </p:nvSpPr>
        <p:spPr bwMode="auto">
          <a:xfrm>
            <a:off x="766154" y="6427459"/>
            <a:ext cx="2234907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Copyright BETEKK Pte Ltd. All Rights Reserved.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FFD5812-2BF0-705A-7CB6-1A09FCCC7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6497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94F93-FC94-0DBC-9A0D-24B1192F6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AA150-0EF6-CD93-8DC6-326609FDA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Arboria Medium" panose="0200000000000000000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64794-C39A-30AF-FD6B-890BCE456A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536D05-BD1B-4277-A2A0-A05CF980A1F0}" type="datetime1">
              <a:rPr lang="en-SG" smtClean="0"/>
              <a:pPr/>
              <a:t>11/6/2026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1CDAC-DA92-9780-9E89-278D05F4E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437DFE4-ABD2-4268-6342-E0D8A127F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r>
              <a:rPr lang="en-US" dirty="0"/>
              <a:t>© BETEKK Pte Ltd</a:t>
            </a:r>
          </a:p>
        </p:txBody>
      </p:sp>
    </p:spTree>
    <p:extLst>
      <p:ext uri="{BB962C8B-B14F-4D97-AF65-F5344CB8AC3E}">
        <p14:creationId xmlns:p14="http://schemas.microsoft.com/office/powerpoint/2010/main" val="8920810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94F93-FC94-0DBC-9A0D-24B1192F6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732155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AA150-0EF6-CD93-8DC6-326609FDA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732155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Arboria Medium" panose="0200000000000000000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64794-C39A-30AF-FD6B-890BCE456A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536D05-BD1B-4277-A2A0-A05CF980A1F0}" type="datetime1">
              <a:rPr lang="en-SG" smtClean="0"/>
              <a:pPr/>
              <a:t>11/6/2026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1CDAC-DA92-9780-9E89-278D05F4E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437DFE4-ABD2-4268-6342-E0D8A127F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r>
              <a:rPr lang="en-US" dirty="0"/>
              <a:t>© BETEKK Pte Ltd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54D12E6-3835-FC0A-01B7-D4CB52DA64F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86775" y="1709738"/>
            <a:ext cx="3076575" cy="28527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643935E-EA95-82F6-D67B-48E462DF8AA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86775" y="4589463"/>
            <a:ext cx="3076575" cy="150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903260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C2125-BBE3-2469-4E5B-B64DE1994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00206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FA078-A2A3-9B0E-0BDD-1CCB89F7AD3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00206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Section description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4307D-7309-460F-BB22-08CAFA7B8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© BETEKK Pte Ltd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85CC9-3578-F658-7EBB-0200AC376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4250" y="6356350"/>
            <a:ext cx="2743200" cy="365125"/>
          </a:xfrm>
        </p:spPr>
        <p:txBody>
          <a:bodyPr/>
          <a:lstStyle>
            <a:lvl1pPr algn="r">
              <a:defRPr>
                <a:solidFill>
                  <a:srgbClr val="002060"/>
                </a:solidFill>
              </a:defRPr>
            </a:lvl1pPr>
          </a:lstStyle>
          <a:p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3F123-E794-39A6-466A-B17735D31B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536D05-BD1B-4277-A2A0-A05CF980A1F0}" type="datetime1">
              <a:rPr lang="en-SG" smtClean="0"/>
              <a:pPr/>
              <a:t>11/6/2026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41920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A0FD1-6506-664F-BE10-C1AA9FE20B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4"/>
            <a:ext cx="8806132" cy="1235075"/>
          </a:xfrm>
        </p:spPr>
        <p:txBody>
          <a:bodyPr/>
          <a:lstStyle/>
          <a:p>
            <a:r>
              <a:rPr lang="en-GB"/>
              <a:t>Main Title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AF2681-388C-209E-736B-86A147EC43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371599"/>
            <a:ext cx="7442200" cy="5826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Topic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32EBF9C-13D5-98D4-21D5-DB59ED6758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660900"/>
            <a:ext cx="7315200" cy="8255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Prepared by: Lecturer Name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3E4AA20-B316-65C4-4B98-BDD5695C89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r>
              <a:rPr lang="en-US" dirty="0"/>
              <a:t>© BETEKK Pte Ltd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59CBAC6-5C34-CC39-395C-73B20A4AE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B8D8E6B-71DB-CB8B-B09E-5ED32AFA26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536D05-BD1B-4277-A2A0-A05CF980A1F0}" type="datetime1">
              <a:rPr lang="en-SG" smtClean="0"/>
              <a:pPr/>
              <a:t>11/6/2026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33950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C2125-BBE3-2469-4E5B-B64DE1994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Section Title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FA078-A2A3-9B0E-0BDD-1CCB89F7AD3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Section description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4307D-7309-460F-BB22-08CAFA7B8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© BETEKK Pte Ltd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6A8D06E-0BCD-1F65-0596-F129F594E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45F1C05-C91C-1CDC-DC7F-CDF37C51AE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536D05-BD1B-4277-A2A0-A05CF980A1F0}" type="datetime1">
              <a:rPr lang="en-SG" smtClean="0"/>
              <a:pPr/>
              <a:t>11/6/2026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9995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7396FE1-49CD-9A4D-A2F3-AD29EE0082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B2075B0-3148-BA12-A4D9-DF0C1E53B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91590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BEB32-AEDB-4401-226C-93225CF98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8DB2F8-6191-5FF9-E576-3A728DAEB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D293B-D45B-43CE-8F60-2CD5AAC380BC}" type="datetime1">
              <a:rPr lang="en-SG" smtClean="0"/>
              <a:t>11/6/2026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9235AD-C851-669A-312A-2116FAED3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BETEKK Pte Ltd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1C7DA9-F8CE-76D6-A22C-9CDDF5607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FE987-1470-409D-B36B-856CC5E9DD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24987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5C54D-A579-ECE1-3673-10903D3EF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92941" cy="132556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964E3-2FAE-939C-8F9F-67E70CBFB658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GB" dirty="0"/>
              <a:t>Point 1</a:t>
            </a:r>
          </a:p>
          <a:p>
            <a:pPr lvl="1"/>
            <a:r>
              <a:rPr lang="en-GB" dirty="0"/>
              <a:t>Subpoint</a:t>
            </a:r>
          </a:p>
          <a:p>
            <a:pPr lvl="0"/>
            <a:r>
              <a:rPr lang="en-GB" dirty="0"/>
              <a:t>Point 2</a:t>
            </a:r>
          </a:p>
          <a:p>
            <a:pPr lvl="1"/>
            <a:r>
              <a:rPr lang="en-GB" dirty="0"/>
              <a:t>Subpoint</a:t>
            </a:r>
          </a:p>
          <a:p>
            <a:pPr lvl="0"/>
            <a:r>
              <a:rPr lang="en-GB" dirty="0"/>
              <a:t>Point 3</a:t>
            </a:r>
          </a:p>
          <a:p>
            <a:pPr lvl="1"/>
            <a:r>
              <a:rPr lang="en-GB" dirty="0"/>
              <a:t>Subpoint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46ABA-B34E-7E84-3578-2B2CC7B6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© BETEKK Pte Ltd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1F8BA7-5FCD-201D-DFE5-782E37DCE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CB17677-9139-AFF8-1F79-E46855BE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536D05-BD1B-4277-A2A0-A05CF980A1F0}" type="datetime1">
              <a:rPr lang="en-SG" smtClean="0"/>
              <a:pPr/>
              <a:t>11/6/2026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13867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B5EBB00-D347-B9E5-889F-476C838811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803068"/>
            <a:ext cx="10515600" cy="5107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Header 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F5F5881-693E-D9F7-AD04-AD95570D5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92941" cy="132556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0B2EF70-03AA-8BF7-8192-3B91FAEAA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9E54B0B-E670-8D7D-817F-00D3ED088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49643D9-B7C6-BC4E-9A6F-8C1122C4FE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426209"/>
            <a:ext cx="10515600" cy="3750753"/>
          </a:xfrm>
        </p:spPr>
        <p:txBody>
          <a:bodyPr/>
          <a:lstStyle/>
          <a:p>
            <a:pPr lvl="0"/>
            <a:r>
              <a:rPr lang="en-GB" dirty="0"/>
              <a:t>Point 1</a:t>
            </a:r>
          </a:p>
          <a:p>
            <a:pPr lvl="1"/>
            <a:r>
              <a:rPr lang="en-GB" dirty="0"/>
              <a:t>Subpoint</a:t>
            </a:r>
          </a:p>
          <a:p>
            <a:pPr lvl="0"/>
            <a:r>
              <a:rPr lang="en-GB" dirty="0"/>
              <a:t>Point 2</a:t>
            </a:r>
          </a:p>
          <a:p>
            <a:pPr lvl="1"/>
            <a:r>
              <a:rPr lang="en-GB" dirty="0"/>
              <a:t>Subpoint</a:t>
            </a:r>
          </a:p>
          <a:p>
            <a:pPr lvl="0"/>
            <a:r>
              <a:rPr lang="en-GB" dirty="0"/>
              <a:t>Point 3</a:t>
            </a:r>
          </a:p>
          <a:p>
            <a:pPr lvl="1"/>
            <a:r>
              <a:rPr lang="en-GB" dirty="0"/>
              <a:t>Subpoint 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C851255-FE03-A982-1115-A7989E57BC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536D05-BD1B-4277-A2A0-A05CF980A1F0}" type="datetime1">
              <a:rPr lang="en-SG" smtClean="0"/>
              <a:pPr/>
              <a:t>11/6/2026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70541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7396FE1-49CD-9A4D-A2F3-AD29EE0082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B2075B0-3148-BA12-A4D9-DF0C1E53B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C9A7BAE-36A2-ADB7-5EFC-2C9E66668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92941" cy="132556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2A9DE3C-F385-959A-32AF-97D77C4EAB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536D05-BD1B-4277-A2A0-A05CF980A1F0}" type="datetime1">
              <a:rPr lang="en-SG" smtClean="0"/>
              <a:pPr/>
              <a:t>11/6/2026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9439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5C54D-A579-ECE1-3673-10903D3EF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782050" cy="132556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2073BBC-96A4-335C-DC9C-B6E221C45C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853994-7265-8EC0-42E5-2D2FAF9054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43E152C-01DD-ABB0-7B94-429C1678F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7689"/>
            <a:ext cx="5175738" cy="4348162"/>
          </a:xfrm>
        </p:spPr>
        <p:txBody>
          <a:bodyPr/>
          <a:lstStyle>
            <a:lvl1pPr>
              <a:defRPr sz="2000">
                <a:solidFill>
                  <a:srgbClr val="235E8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56CB8E0-2B3F-3334-0F81-D9DE715CC0B9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78062" y="1817689"/>
            <a:ext cx="5175738" cy="4348162"/>
          </a:xfrm>
        </p:spPr>
        <p:txBody>
          <a:bodyPr/>
          <a:lstStyle>
            <a:lvl1pPr>
              <a:defRPr sz="2000">
                <a:solidFill>
                  <a:srgbClr val="235E8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68718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bg>
      <p:bgPr>
        <a:solidFill>
          <a:schemeClr val="bg1">
            <a:alpha val="6108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964E3-2FAE-939C-8F9F-67E70CBFB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3221"/>
            <a:ext cx="5175738" cy="3596147"/>
          </a:xfrm>
        </p:spPr>
        <p:txBody>
          <a:bodyPr/>
          <a:lstStyle>
            <a:lvl1pPr>
              <a:defRPr sz="2000">
                <a:solidFill>
                  <a:srgbClr val="235E8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876A7C7-F631-8D8C-81E2-4713844A8A8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494253" y="2203220"/>
            <a:ext cx="5175738" cy="3596147"/>
          </a:xfrm>
        </p:spPr>
        <p:txBody>
          <a:bodyPr/>
          <a:lstStyle>
            <a:lvl1pPr>
              <a:defRPr sz="2000">
                <a:solidFill>
                  <a:srgbClr val="235E8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19783AF-8AB4-E577-54D8-07524FE1B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r>
              <a:rPr lang="en-US" dirty="0"/>
              <a:t>© BETEKK Pte Ltd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CBE04F6-5B21-C3A7-09AD-DDC686A3B68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E3065C-073B-594B-1D06-98D1D9CBF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14758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95317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7040524-7239-DE0D-9747-6F421FB1A2E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37288" y="2378075"/>
            <a:ext cx="5116512" cy="3787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97C8419-565A-70DF-721D-12A85604DDB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38200" y="2378075"/>
            <a:ext cx="5116513" cy="37877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B5EBB00-D347-B9E5-889F-476C838811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803068"/>
            <a:ext cx="10515600" cy="5107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Header 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E5238B6-11D1-C0BE-3E5F-E7277A9B6E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8892941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</a:t>
            </a: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1A7A62A-FC00-3AEC-BF3D-66AEBDBC0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FD57637-BF33-95A6-BCD7-A3C053BED46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1953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5C54D-A579-ECE1-3673-10903D3EF5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8840638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B5EBB00-D347-B9E5-889F-476C838811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803068"/>
            <a:ext cx="5117123" cy="5107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Header 1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64B9864-0ABC-E3A6-694A-0EFDC4BB06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6675" y="1803068"/>
            <a:ext cx="5117123" cy="5107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Header 2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10F031F-0FF2-812F-369A-0F38446EBF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C281EA0-0466-D60D-9A7B-2F32CFF5E1E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6AA1B0F1-B0A0-46A2-15FD-7640C2EB488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37288" y="2378075"/>
            <a:ext cx="5116512" cy="3787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62B00E7-5BDF-531C-590C-992419DE57C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38200" y="2378075"/>
            <a:ext cx="5116513" cy="37877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6737034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C9A79333-6613-6E11-0432-47AA1EC488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37288" y="1771665"/>
            <a:ext cx="5116512" cy="4394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5C54D-A579-ECE1-3673-10903D3EF5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8840638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B5EBB00-D347-B9E5-889F-476C838811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803068"/>
            <a:ext cx="5117123" cy="5107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Header 1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10F031F-0FF2-812F-369A-0F38446EBF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C281EA0-0466-D60D-9A7B-2F32CFF5E1E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310006B-BEF8-67A4-2111-1D5015C4678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38200" y="2378075"/>
            <a:ext cx="5116513" cy="37877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456399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D56A5208-0158-AF97-E77F-018D09A7356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37288" y="2378075"/>
            <a:ext cx="5116512" cy="3787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2EC1FF2-1BB1-68E5-E923-4E960F47F61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38200" y="1803069"/>
            <a:ext cx="5116513" cy="436278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5C54D-A579-ECE1-3673-10903D3EF5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8840638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</a:t>
            </a:r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64B9864-0ABC-E3A6-694A-0EFDC4BB06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6675" y="1803068"/>
            <a:ext cx="5117123" cy="5107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Header 2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10F031F-0FF2-812F-369A-0F38446EBF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C281EA0-0466-D60D-9A7B-2F32CFF5E1E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46178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964E3-2FAE-939C-8F9F-67E70CBFB65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055331"/>
            <a:ext cx="10515600" cy="1994155"/>
          </a:xfrm>
        </p:spPr>
        <p:txBody>
          <a:bodyPr/>
          <a:lstStyle/>
          <a:p>
            <a:pPr lvl="0"/>
            <a:r>
              <a:rPr lang="en-GB"/>
              <a:t>Point 1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2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3</a:t>
            </a:r>
          </a:p>
          <a:p>
            <a:pPr lvl="1"/>
            <a:r>
              <a:rPr lang="en-GB"/>
              <a:t>Subpoint 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EE571D4-9B44-21DB-9CF6-0E310DB68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© BETEKK Pte Ltd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F74BAD9-E655-B15D-8CF4-2BB7266CAAF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ECCD140-83D1-B9CB-E1FA-98E822801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14758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400"/>
            </a:lvl1pPr>
          </a:lstStyle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8D0656-1D7B-1CC0-54B9-F582AB5D9CD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38200" y="4276017"/>
            <a:ext cx="10515600" cy="1994155"/>
          </a:xfrm>
        </p:spPr>
        <p:txBody>
          <a:bodyPr/>
          <a:lstStyle/>
          <a:p>
            <a:pPr lvl="0"/>
            <a:r>
              <a:rPr lang="en-GB"/>
              <a:t>Point 1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2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3</a:t>
            </a:r>
          </a:p>
          <a:p>
            <a:pPr lvl="1"/>
            <a:r>
              <a:rPr lang="en-GB"/>
              <a:t>Subpoint </a:t>
            </a:r>
          </a:p>
        </p:txBody>
      </p:sp>
    </p:spTree>
    <p:extLst>
      <p:ext uri="{BB962C8B-B14F-4D97-AF65-F5344CB8AC3E}">
        <p14:creationId xmlns:p14="http://schemas.microsoft.com/office/powerpoint/2010/main" val="74619511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964E3-2FAE-939C-8F9F-67E70CBFB65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400008"/>
            <a:ext cx="10515600" cy="2235393"/>
          </a:xfrm>
        </p:spPr>
        <p:txBody>
          <a:bodyPr/>
          <a:lstStyle/>
          <a:p>
            <a:pPr lvl="0"/>
            <a:r>
              <a:rPr lang="en-GB"/>
              <a:t>Point 1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2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3</a:t>
            </a:r>
          </a:p>
          <a:p>
            <a:pPr lvl="1"/>
            <a:r>
              <a:rPr lang="en-GB"/>
              <a:t>Subpoint 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EE571D4-9B44-21DB-9CF6-0E310DB68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© BETEKK Pte Ltd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F74BAD9-E655-B15D-8CF4-2BB7266CAAF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ECCD140-83D1-B9CB-E1FA-98E822801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14758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400"/>
            </a:lvl1pPr>
          </a:lstStyle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8D0656-1D7B-1CC0-54B9-F582AB5D9CD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38200" y="4861932"/>
            <a:ext cx="10515600" cy="1408240"/>
          </a:xfrm>
        </p:spPr>
        <p:txBody>
          <a:bodyPr/>
          <a:lstStyle/>
          <a:p>
            <a:pPr lvl="0"/>
            <a:r>
              <a:rPr lang="en-GB"/>
              <a:t>Point 1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2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3</a:t>
            </a:r>
          </a:p>
          <a:p>
            <a:pPr lvl="1"/>
            <a:r>
              <a:rPr lang="en-GB"/>
              <a:t>Subpoint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57A5F-5B33-81B7-5AD4-F1D0D3290E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803068"/>
            <a:ext cx="10515600" cy="5107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Header 1</a:t>
            </a:r>
          </a:p>
        </p:txBody>
      </p:sp>
    </p:spTree>
    <p:extLst>
      <p:ext uri="{BB962C8B-B14F-4D97-AF65-F5344CB8AC3E}">
        <p14:creationId xmlns:p14="http://schemas.microsoft.com/office/powerpoint/2010/main" val="29284601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964E3-2FAE-939C-8F9F-67E70CBFB65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1918239"/>
          </a:xfrm>
        </p:spPr>
        <p:txBody>
          <a:bodyPr/>
          <a:lstStyle/>
          <a:p>
            <a:pPr lvl="0"/>
            <a:r>
              <a:rPr lang="en-GB"/>
              <a:t>Point 1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2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3</a:t>
            </a:r>
          </a:p>
          <a:p>
            <a:pPr lvl="1"/>
            <a:r>
              <a:rPr lang="en-GB"/>
              <a:t>Subpoint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EF2DDC-856B-A418-C360-1D274FE0021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38200" y="4053606"/>
            <a:ext cx="10515600" cy="1918239"/>
          </a:xfrm>
        </p:spPr>
        <p:txBody>
          <a:bodyPr/>
          <a:lstStyle/>
          <a:p>
            <a:pPr lvl="0"/>
            <a:r>
              <a:rPr lang="en-GB"/>
              <a:t>Point 1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2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3</a:t>
            </a:r>
          </a:p>
          <a:p>
            <a:pPr lvl="1"/>
            <a:r>
              <a:rPr lang="en-GB"/>
              <a:t>Subpoint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3876A4-DDBB-F42D-1163-7010ED562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92941" cy="132556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C8CE60B-741D-8B18-10F9-48C22D81A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r>
              <a:rPr lang="en-US" dirty="0"/>
              <a:t>© BETEKK Pte Ltd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9A033BE-1AA2-A74F-5C8A-1DFA1A4EE06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9533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7B7E25F-C3A9-5C4E-B4A5-D674045670A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489325" y="1820863"/>
            <a:ext cx="5116513" cy="43481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90F9D35-0421-DA75-33E6-1151D0BDF794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945563" y="1820863"/>
            <a:ext cx="2408237" cy="43481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795A2D7-207C-D95D-AB24-C2182D91841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38200" y="1820863"/>
            <a:ext cx="2309813" cy="43481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5C54D-A579-ECE1-3673-10903D3EF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32011" cy="132556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9D6C9E4-EB18-9141-6376-816B549736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445AA4E-09C0-CE87-A427-B6CF005926A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1033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2D599A1-196C-A569-36F9-CABCAC7B7A4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38200" y="2378075"/>
            <a:ext cx="3200400" cy="3787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F7C06A7-85EB-0259-BE65-5A5ED96FCFB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495800" y="2378075"/>
            <a:ext cx="3200400" cy="3787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362D90D-065E-43F1-EE3D-ECAAC4A978E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153399" y="2377441"/>
            <a:ext cx="3200401" cy="37884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B5EBB00-D347-B9E5-889F-476C838811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803068"/>
            <a:ext cx="10515600" cy="5107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Header 1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1A7A62A-FC00-3AEC-BF3D-66AEBDBC0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222893A-2D25-42AA-AF97-A520EE2B4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C75AC4E-0B40-196F-9FB8-B216A6C68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14758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2723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5C54D-A579-ECE1-3673-10903D3EF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782050" cy="132556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2073BBC-96A4-335C-DC9C-B6E221C45C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853994-7265-8EC0-42E5-2D2FAF9054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43E152C-01DD-ABB0-7B94-429C1678F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7689"/>
            <a:ext cx="5175738" cy="2137454"/>
          </a:xfrm>
        </p:spPr>
        <p:txBody>
          <a:bodyPr/>
          <a:lstStyle>
            <a:lvl1pPr>
              <a:defRPr sz="2000">
                <a:solidFill>
                  <a:srgbClr val="235E8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DCC7FA1-FBFC-8288-7D01-7205D8893F1A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38200" y="4145642"/>
            <a:ext cx="5175738" cy="2020209"/>
          </a:xfrm>
        </p:spPr>
        <p:txBody>
          <a:bodyPr/>
          <a:lstStyle>
            <a:lvl1pPr>
              <a:defRPr sz="2000">
                <a:solidFill>
                  <a:srgbClr val="235E8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70009EF-100D-BCC1-E56B-AF32AF82A1D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78064" y="1817689"/>
            <a:ext cx="5175738" cy="2137454"/>
          </a:xfrm>
        </p:spPr>
        <p:txBody>
          <a:bodyPr/>
          <a:lstStyle>
            <a:lvl1pPr>
              <a:defRPr sz="2000">
                <a:solidFill>
                  <a:srgbClr val="235E8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BA89D1-0F6E-BCAD-4AEA-E1C68FD5BCB9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78064" y="4145641"/>
            <a:ext cx="5175738" cy="2020209"/>
          </a:xfrm>
        </p:spPr>
        <p:txBody>
          <a:bodyPr/>
          <a:lstStyle>
            <a:lvl1pPr>
              <a:defRPr sz="2000">
                <a:solidFill>
                  <a:srgbClr val="235E8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730721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964E3-2FAE-939C-8F9F-67E70CBFB65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426210"/>
            <a:ext cx="10515600" cy="1598253"/>
          </a:xfrm>
        </p:spPr>
        <p:txBody>
          <a:bodyPr/>
          <a:lstStyle/>
          <a:p>
            <a:pPr lvl="0"/>
            <a:r>
              <a:rPr lang="en-GB"/>
              <a:t>Point 1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2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3</a:t>
            </a:r>
          </a:p>
          <a:p>
            <a:pPr lvl="1"/>
            <a:r>
              <a:rPr lang="en-GB"/>
              <a:t>Subpoint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EF2DDC-856B-A418-C360-1D274FE0021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38200" y="4646661"/>
            <a:ext cx="10515600" cy="1598253"/>
          </a:xfrm>
        </p:spPr>
        <p:txBody>
          <a:bodyPr/>
          <a:lstStyle/>
          <a:p>
            <a:pPr lvl="0"/>
            <a:r>
              <a:rPr lang="en-GB"/>
              <a:t>Point 1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2</a:t>
            </a:r>
          </a:p>
          <a:p>
            <a:pPr lvl="1"/>
            <a:r>
              <a:rPr lang="en-GB"/>
              <a:t>Subpoint</a:t>
            </a:r>
          </a:p>
          <a:p>
            <a:pPr lvl="0"/>
            <a:r>
              <a:rPr lang="en-GB"/>
              <a:t>Point 3</a:t>
            </a:r>
          </a:p>
          <a:p>
            <a:pPr lvl="1"/>
            <a:r>
              <a:rPr lang="en-GB"/>
              <a:t>Subpoint 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04C9E5C-12B3-51A2-04EF-60D366568C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803068"/>
            <a:ext cx="10515600" cy="5107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Header 1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25F9BD-F9CA-1967-AA7A-7267B09A79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4077912"/>
            <a:ext cx="10515600" cy="5107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Header 1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A2C9F35-CABE-21E8-221B-EF42B9450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92941" cy="132556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0DF11C3-E3B0-763F-3431-36F42EB52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r>
              <a:rPr lang="en-US" dirty="0"/>
              <a:t>© BETEKK Pte Ltd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5AD23D3-88F6-79EE-D352-1B3727CC0B2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88680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B11281D2-53C7-C542-ED42-9236B9053AB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45591" y="1826075"/>
            <a:ext cx="2408207" cy="434816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60AE20B-319D-E7B0-2DCF-7D3054A0D8D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88555" y="1820475"/>
            <a:ext cx="2607445" cy="2419016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5C54D-A579-ECE1-3673-10903D3EF5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8832011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</a:t>
            </a:r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E154BF6C-E919-29A8-56BF-10BF787B50B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38202" y="1820475"/>
            <a:ext cx="2310440" cy="434816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FC8B3A5A-745E-4921-FB30-84FF884CFD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17073" y="1820475"/>
            <a:ext cx="2607445" cy="2419016"/>
          </a:xfrm>
        </p:spPr>
        <p:txBody>
          <a:bodyPr/>
          <a:lstStyle/>
          <a:p>
            <a:endParaRPr lang="en-US"/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C7079F9E-9961-7FBB-1EDE-39ABCEA2259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88555" y="4369277"/>
            <a:ext cx="2607444" cy="1799359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58FA29B5-362D-7F54-3EE5-02DC2634A76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17074" y="4369276"/>
            <a:ext cx="2607444" cy="1799359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7DEC698-B44A-D787-B19C-5904FC920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3BDEE06-8ACC-22D4-6C51-A95E56BAAA5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79530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B5EBB00-D347-B9E5-889F-476C838811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803068"/>
            <a:ext cx="3200400" cy="5107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Header 1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DF36E58-723B-124B-E355-787F11A93ED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38199" y="3934690"/>
            <a:ext cx="3200401" cy="2231159"/>
          </a:xfrm>
        </p:spPr>
        <p:txBody>
          <a:bodyPr/>
          <a:lstStyle/>
          <a:p>
            <a:pPr lvl="0"/>
            <a:r>
              <a:rPr lang="en-GB"/>
              <a:t>Point 1</a:t>
            </a:r>
          </a:p>
          <a:p>
            <a:pPr lvl="1"/>
            <a:r>
              <a:rPr lang="en-GB"/>
              <a:t>Subpoint</a:t>
            </a:r>
          </a:p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E5238B6-11D1-C0BE-3E5F-E7277A9B6E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8892941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</a:t>
            </a: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1A7A62A-FC00-3AEC-BF3D-66AEBDBC0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FD4FD59F-5A27-5471-5E34-E2A08EE95FD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495799" y="3934690"/>
            <a:ext cx="3200401" cy="223116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Point 2</a:t>
            </a:r>
          </a:p>
          <a:p>
            <a:pPr lvl="1"/>
            <a:r>
              <a:rPr lang="en-GB"/>
              <a:t>Subpoint</a:t>
            </a:r>
          </a:p>
          <a:p>
            <a:endParaRPr lang="en-US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B65DE86-8697-1EB8-D77B-F1D5D8F2485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53399" y="3934688"/>
            <a:ext cx="3200401" cy="223116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Point 3</a:t>
            </a:r>
          </a:p>
          <a:p>
            <a:pPr lvl="1"/>
            <a:r>
              <a:rPr lang="en-GB"/>
              <a:t>Subpoint</a:t>
            </a:r>
          </a:p>
          <a:p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010106F-B0B2-DD6B-8CA3-5461EBD3A4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95799" y="1771428"/>
            <a:ext cx="3200400" cy="5107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Header 2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C88E9AE3-2390-0FB7-52DC-4A10A95B8E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53400" y="1771428"/>
            <a:ext cx="3200400" cy="5107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Header 3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1E40D7C-7F94-EAE5-EE11-6DBE9C11CCE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38199" y="2372823"/>
            <a:ext cx="3200401" cy="1366749"/>
          </a:xfrm>
        </p:spPr>
        <p:txBody>
          <a:bodyPr/>
          <a:lstStyle/>
          <a:p>
            <a:pPr lvl="0"/>
            <a:r>
              <a:rPr lang="en-GB"/>
              <a:t>Point 1</a:t>
            </a:r>
          </a:p>
          <a:p>
            <a:pPr lvl="1"/>
            <a:r>
              <a:rPr lang="en-GB"/>
              <a:t>Subpoint</a:t>
            </a:r>
          </a:p>
          <a:p>
            <a:endParaRPr lang="en-US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437977C7-489E-A148-2ADF-4AA10BCBF7B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495799" y="2372823"/>
            <a:ext cx="3200401" cy="136674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Point 2</a:t>
            </a:r>
          </a:p>
          <a:p>
            <a:pPr lvl="1"/>
            <a:r>
              <a:rPr lang="en-GB"/>
              <a:t>Subpoint</a:t>
            </a:r>
          </a:p>
          <a:p>
            <a:endParaRPr lang="en-US"/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175EA33E-946A-4629-E4D6-E438A9A099A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53399" y="2378624"/>
            <a:ext cx="3200401" cy="136674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Point 3</a:t>
            </a:r>
          </a:p>
          <a:p>
            <a:pPr lvl="1"/>
            <a:r>
              <a:rPr lang="en-GB"/>
              <a:t>Subpoint</a:t>
            </a:r>
          </a:p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0AD1D57-EFB1-0775-B604-EA2729EB0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84684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60AE20B-319D-E7B0-2DCF-7D3054A0D8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36676" y="3005422"/>
            <a:ext cx="5117123" cy="31604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Point 2</a:t>
            </a:r>
          </a:p>
          <a:p>
            <a:pPr lvl="1"/>
            <a:r>
              <a:rPr lang="en-GB"/>
              <a:t>Subpoint</a:t>
            </a:r>
          </a:p>
          <a:p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B5EBB00-D347-B9E5-889F-476C838811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803068"/>
            <a:ext cx="10515600" cy="5107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Header 1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DF36E58-723B-124B-E355-787F11A93ED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38199" y="3005422"/>
            <a:ext cx="5117123" cy="3160427"/>
          </a:xfrm>
        </p:spPr>
        <p:txBody>
          <a:bodyPr/>
          <a:lstStyle/>
          <a:p>
            <a:pPr lvl="0"/>
            <a:r>
              <a:rPr lang="en-GB" dirty="0"/>
              <a:t>Point 1</a:t>
            </a:r>
          </a:p>
          <a:p>
            <a:pPr lvl="1"/>
            <a:r>
              <a:rPr lang="en-GB" dirty="0"/>
              <a:t>Subpoint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E5238B6-11D1-C0BE-3E5F-E7277A9B6E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8892941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</a:t>
            </a: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1A7A62A-FC00-3AEC-BF3D-66AEBDBC0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6AD8BCC-211A-0E0C-E22D-3EA7659575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6676" y="2404245"/>
            <a:ext cx="5117124" cy="410676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 err="1"/>
              <a:t>SubHeader</a:t>
            </a:r>
            <a:r>
              <a:rPr lang="en-GB"/>
              <a:t> 2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BFBB144-4992-2A9C-07FA-2F2152D6D5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199" y="2404078"/>
            <a:ext cx="5117124" cy="41067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GB" err="1"/>
              <a:t>SubHeader</a:t>
            </a:r>
            <a:r>
              <a:rPr lang="en-GB"/>
              <a:t> 1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43502D-5719-D78E-9EAD-A0357724622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52376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78298"/>
            <a:ext cx="10515600" cy="37986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82B0-A764-7649-BFD8-7624B53F13A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83E783-6775-8FF7-275C-2B5D8FB49A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755204"/>
            <a:ext cx="105156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3134985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C342F9-B3B3-50E4-B544-60C7C19FDEA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72075" y="981075"/>
            <a:ext cx="6180138" cy="4879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5D51981-D45A-F9EF-7A1B-0D99A8C4115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9788" y="2057401"/>
            <a:ext cx="3932237" cy="38036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F0D591-B40F-2BDA-A682-0BAC32C0B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F2DCB-1187-734A-AC84-CBB7F6C1F2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536D05-BD1B-4277-A2A0-A05CF980A1F0}" type="datetime1">
              <a:rPr lang="en-SG" smtClean="0"/>
              <a:pPr/>
              <a:t>11/6/2026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71F57-5745-64EF-EE74-D33619DFB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BETEKK Pte Ltd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3C4C8-14DA-35DE-7D42-258D73C87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7FE987-1470-409D-B36B-856CC5E9DD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494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C342F9-B3B3-50E4-B544-60C7C19FDEA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72074" y="981075"/>
            <a:ext cx="6677025" cy="25336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5D51981-D45A-F9EF-7A1B-0D99A8C4115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9788" y="2057401"/>
            <a:ext cx="3932237" cy="38036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F0D591-B40F-2BDA-A682-0BAC32C0B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F2DCB-1187-734A-AC84-CBB7F6C1F2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536D05-BD1B-4277-A2A0-A05CF980A1F0}" type="datetime1">
              <a:rPr lang="en-SG" smtClean="0"/>
              <a:pPr/>
              <a:t>11/6/2026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71F57-5745-64EF-EE74-D33619DFB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BETEKK Pte Ltd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3C4C8-14DA-35DE-7D42-258D73C87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7FE987-1470-409D-B36B-856CC5E9DD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D7D49F4E-6C85-0105-5B8F-A2E8E11F08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172074" y="3724275"/>
            <a:ext cx="6677025" cy="25336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6957834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82B0-A764-7649-BFD8-7624B53F13A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8520B29-5A59-582F-8073-A59134731E1C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38200" y="2353121"/>
            <a:ext cx="5181597" cy="38238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6F69B825-ABBC-2CD1-50E3-80B0A7DC5D0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8200" y="1755204"/>
            <a:ext cx="105156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9FAC45E-CCBD-6ADA-F5E4-7ADB61B16997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172203" y="2368010"/>
            <a:ext cx="5181597" cy="38238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996344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47783-AC23-A79D-2EAF-2AA4F7E46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9AF57-AC94-5036-EAB8-5E34A3114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F743CA-D5EB-8C48-F1CF-FE9A694A5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5243A9-2152-7028-AB64-7152AB5E4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2B3CF5-6986-E41B-B981-28F7854F99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E9CCE4-63DB-255E-249A-5D3CE2108F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536D05-BD1B-4277-A2A0-A05CF980A1F0}" type="datetime1">
              <a:rPr lang="en-SG" smtClean="0"/>
              <a:pPr/>
              <a:t>11/6/2026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952031-8DD6-0DC9-92F4-E5BECE3D5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BETEKK Pte Ltd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48E478-2DCB-07F2-4E84-54F30A7B8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7FE987-1470-409D-B36B-856CC5E9DD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33355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ACB6E-59D6-4B02-76AE-BEBFF758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19351-6829-1AC6-8327-435B1AE5C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51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A8E2A92-DD34-2521-ECFF-72B79ACB55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536D05-BD1B-4277-A2A0-A05CF980A1F0}" type="datetime1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11/6/2026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D07CEB3-080D-B56D-31B0-759032CDB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FillTx/>
                <a:latin typeface="Calibri" panose="020F0502020204030204"/>
                <a:ea typeface="+mn-ea"/>
                <a:cs typeface="+mn-cs"/>
              </a:rPr>
              <a:t>© BETEKK Pte Ltd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84244BA-C233-EF43-9E2B-36BF46730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B7FE987-1470-409D-B36B-856CC5E9DD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C306D2-BD2E-E1D6-992B-ACB8B317ABC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38200" y="4095750"/>
            <a:ext cx="10515600" cy="2125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730947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ACB6E-59D6-4B02-76AE-BEBFF758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19351-6829-1AC6-8327-435B1AE5C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51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A8E2A92-DD34-2521-ECFF-72B79ACB55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536D05-BD1B-4277-A2A0-A05CF980A1F0}" type="datetime1">
              <a:rPr lang="en-SG" smtClean="0"/>
              <a:t>11/6/2026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D07CEB3-080D-B56D-31B0-759032CDB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© BETEKK Pte Ltd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84244BA-C233-EF43-9E2B-36BF46730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7FE987-1470-409D-B36B-856CC5E9DDB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C306D2-BD2E-E1D6-992B-ACB8B317ABC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38200" y="4095750"/>
            <a:ext cx="10515600" cy="2125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111269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AE43-E0B1-942A-7DE0-19152E984C4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235E82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0DDCC1-3DCA-32F5-028D-73E0B27EE2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Prepared by: Lecturer Name</a:t>
            </a:r>
          </a:p>
          <a:p>
            <a:r>
              <a:rPr lang="en-GB"/>
              <a:t>Email address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5041F6C-38B1-9C73-0450-CE2844E77D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2830D6C-85E1-95DB-5A67-0A2BB097E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FB7FE987-1470-409D-B36B-856CC5E9DD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43660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00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26" Type="http://schemas.openxmlformats.org/officeDocument/2006/relationships/slideLayout" Target="../slideLayouts/slideLayout61.xml"/><Relationship Id="rId39" Type="http://schemas.openxmlformats.org/officeDocument/2006/relationships/image" Target="../media/image2.png"/><Relationship Id="rId21" Type="http://schemas.openxmlformats.org/officeDocument/2006/relationships/slideLayout" Target="../slideLayouts/slideLayout56.xml"/><Relationship Id="rId34" Type="http://schemas.openxmlformats.org/officeDocument/2006/relationships/slideLayout" Target="../slideLayouts/slideLayout69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60.xml"/><Relationship Id="rId33" Type="http://schemas.openxmlformats.org/officeDocument/2006/relationships/slideLayout" Target="../slideLayouts/slideLayout68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5.xml"/><Relationship Id="rId29" Type="http://schemas.openxmlformats.org/officeDocument/2006/relationships/slideLayout" Target="../slideLayouts/slideLayout64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24" Type="http://schemas.openxmlformats.org/officeDocument/2006/relationships/slideLayout" Target="../slideLayouts/slideLayout59.xml"/><Relationship Id="rId32" Type="http://schemas.openxmlformats.org/officeDocument/2006/relationships/slideLayout" Target="../slideLayouts/slideLayout67.xml"/><Relationship Id="rId37" Type="http://schemas.openxmlformats.org/officeDocument/2006/relationships/theme" Target="../theme/theme2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8.xml"/><Relationship Id="rId28" Type="http://schemas.openxmlformats.org/officeDocument/2006/relationships/slideLayout" Target="../slideLayouts/slideLayout63.xml"/><Relationship Id="rId36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54.xml"/><Relationship Id="rId31" Type="http://schemas.openxmlformats.org/officeDocument/2006/relationships/slideLayout" Target="../slideLayouts/slideLayout66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7.xml"/><Relationship Id="rId27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5.xml"/><Relationship Id="rId35" Type="http://schemas.openxmlformats.org/officeDocument/2006/relationships/slideLayout" Target="../slideLayouts/slideLayout70.xml"/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9ACF792-B58C-0537-602A-A27C134783CA}"/>
              </a:ext>
            </a:extLst>
          </p:cNvPr>
          <p:cNvPicPr>
            <a:picLocks noChangeAspect="1"/>
          </p:cNvPicPr>
          <p:nvPr userDrawn="1"/>
        </p:nvPicPr>
        <p:blipFill>
          <a:blip r:embed="rId37">
            <a:alphaModFix amt="50000"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4CCA3-D35D-6DF4-8EA5-071C85BDE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Point 1</a:t>
            </a:r>
          </a:p>
          <a:p>
            <a:pPr lvl="1"/>
            <a:r>
              <a:rPr lang="en-GB" dirty="0"/>
              <a:t>Subpoint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F92E5-D33A-8E84-EBAA-B9223F3C3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35E82"/>
                </a:solidFill>
              </a:defRPr>
            </a:lvl1pPr>
          </a:lstStyle>
          <a:p>
            <a:r>
              <a:rPr lang="en-US" dirty="0"/>
              <a:t>© BETEKK Pte Ltd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AAED775-28B6-8F3D-93EF-8105D00AA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976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Title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01FE9AD-E031-066E-5A03-E90176028D4A}"/>
              </a:ext>
            </a:extLst>
          </p:cNvPr>
          <p:cNvCxnSpPr/>
          <p:nvPr userDrawn="1"/>
        </p:nvCxnSpPr>
        <p:spPr>
          <a:xfrm>
            <a:off x="656492" y="398585"/>
            <a:ext cx="0" cy="1512277"/>
          </a:xfrm>
          <a:prstGeom prst="line">
            <a:avLst/>
          </a:prstGeom>
          <a:ln w="76200">
            <a:solidFill>
              <a:srgbClr val="235E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ogo with blue dots and white text&#10;&#10;AI-generated content may be incorrect.">
            <a:extLst>
              <a:ext uri="{FF2B5EF4-FFF2-40B4-BE49-F238E27FC236}">
                <a16:creationId xmlns:a16="http://schemas.microsoft.com/office/drawing/2014/main" id="{FC318DE0-E10E-E308-58EE-1AE5DF6AF485}"/>
              </a:ext>
            </a:extLst>
          </p:cNvPr>
          <p:cNvPicPr>
            <a:picLocks noChangeAspect="1"/>
          </p:cNvPicPr>
          <p:nvPr userDrawn="1"/>
        </p:nvPicPr>
        <p:blipFill>
          <a:blip r:embed="rId38"/>
          <a:stretch>
            <a:fillRect/>
          </a:stretch>
        </p:blipFill>
        <p:spPr>
          <a:xfrm>
            <a:off x="10135842" y="136525"/>
            <a:ext cx="1865658" cy="833949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6DFBA5C-59FD-8D12-4AEE-A166CBDDC1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r"/>
            <a:fld id="{FB7FE987-1470-409D-B36B-856CC5E9DDBE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B7ABC68-3193-5B4A-632D-941A3A762C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FEFE1A-D326-4E11-BBFA-98937672C3D1}" type="datetimeFigureOut">
              <a:rPr lang="en-SG" smtClean="0"/>
              <a:t>11/6/2026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952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  <p:sldLayoutId id="2147483683" r:id="rId34"/>
    <p:sldLayoutId id="2147483684" r:id="rId3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235E82"/>
          </a:solidFill>
          <a:latin typeface="Arboria Bol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rgbClr val="235E82"/>
          </a:solidFill>
          <a:latin typeface="Arboria Medium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rgbClr val="235E82"/>
          </a:solidFill>
          <a:latin typeface="Arboria Book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235E82"/>
          </a:solidFill>
          <a:latin typeface="Arboria Book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235E82"/>
          </a:solidFill>
          <a:latin typeface="Arboria Book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235E82"/>
          </a:solidFill>
          <a:latin typeface="Arboria Book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9ACF792-B58C-0537-602A-A27C134783CA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alphaModFix amt="50000"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4CCA3-D35D-6DF4-8EA5-071C85BDE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Point 1</a:t>
            </a:r>
          </a:p>
          <a:p>
            <a:pPr lvl="1"/>
            <a:r>
              <a:rPr lang="en-GB" dirty="0"/>
              <a:t>Subpoint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F92E5-D33A-8E84-EBAA-B9223F3C3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3471"/>
                </a:solidFill>
              </a:defRPr>
            </a:lvl1pPr>
          </a:lstStyle>
          <a:p>
            <a:r>
              <a:rPr lang="en-US" dirty="0"/>
              <a:t>© BETEKK Pte Ltd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AAED775-28B6-8F3D-93EF-8105D00AA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976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Title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01FE9AD-E031-066E-5A03-E90176028D4A}"/>
              </a:ext>
            </a:extLst>
          </p:cNvPr>
          <p:cNvCxnSpPr/>
          <p:nvPr userDrawn="1"/>
        </p:nvCxnSpPr>
        <p:spPr>
          <a:xfrm>
            <a:off x="656492" y="398585"/>
            <a:ext cx="0" cy="1512277"/>
          </a:xfrm>
          <a:prstGeom prst="line">
            <a:avLst/>
          </a:prstGeom>
          <a:ln w="76200">
            <a:solidFill>
              <a:srgbClr val="FE76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ogo with blue dots and white text&#10;&#10;AI-generated content may be incorrect.">
            <a:extLst>
              <a:ext uri="{FF2B5EF4-FFF2-40B4-BE49-F238E27FC236}">
                <a16:creationId xmlns:a16="http://schemas.microsoft.com/office/drawing/2014/main" id="{FC318DE0-E10E-E308-58EE-1AE5DF6AF485}"/>
              </a:ext>
            </a:extLst>
          </p:cNvPr>
          <p:cNvPicPr>
            <a:picLocks noChangeAspect="1"/>
          </p:cNvPicPr>
          <p:nvPr userDrawn="1"/>
        </p:nvPicPr>
        <p:blipFill>
          <a:blip r:embed="rId39"/>
          <a:stretch>
            <a:fillRect/>
          </a:stretch>
        </p:blipFill>
        <p:spPr>
          <a:xfrm>
            <a:off x="10135842" y="136525"/>
            <a:ext cx="1865658" cy="833949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6DFBA5C-59FD-8D12-4AEE-A166CBDDC1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r"/>
            <a:fld id="{FB7FE987-1470-409D-B36B-856CC5E9DDBE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B7ABC68-3193-5B4A-632D-941A3A762C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FEFE1A-D326-4E11-BBFA-98937672C3D1}" type="datetimeFigureOut">
              <a:rPr lang="en-SG" smtClean="0"/>
              <a:t>11/6/2026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952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  <p:sldLayoutId id="2147483716" r:id="rId30"/>
    <p:sldLayoutId id="2147483717" r:id="rId31"/>
    <p:sldLayoutId id="2147483718" r:id="rId32"/>
    <p:sldLayoutId id="2147483719" r:id="rId33"/>
    <p:sldLayoutId id="2147483720" r:id="rId34"/>
    <p:sldLayoutId id="2147483721" r:id="rId35"/>
    <p:sldLayoutId id="2147483722" r:id="rId3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rgbClr val="003471"/>
          </a:solidFill>
          <a:latin typeface="Arboria Bol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rgbClr val="0D1B2A"/>
          </a:solidFill>
          <a:latin typeface="Arboria Medium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rgbClr val="235E82"/>
          </a:solidFill>
          <a:latin typeface="Arboria Book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235E82"/>
          </a:solidFill>
          <a:latin typeface="Arboria Book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235E82"/>
          </a:solidFill>
          <a:latin typeface="Arboria Book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235E82"/>
          </a:solidFill>
          <a:latin typeface="Arboria Book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400">
          <a:solidFill>
            <a:srgbClr val="003471"/>
          </a:solidFill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rgbClr val="00B050"/>
          </a:solidFill>
          <a:prstDash val="dash"/>
        </a:ln>
      </a:spPr>
      <a:bodyPr rtlCol="0" anchor="ctr"/>
      <a:lstStyle>
        <a:defPPr algn="ctr">
          <a:defRPr sz="180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1_Office Theme [1775615145533]">
  <a:themeElements>
    <a:clrScheme name="Office">
      <a:dk1>
        <a:srgbClr val="0D1B2A"/>
      </a:dk1>
      <a:lt1>
        <a:srgbClr val="FFFFFF"/>
      </a:lt1>
      <a:dk2>
        <a:srgbClr val="003471"/>
      </a:dk2>
      <a:lt2>
        <a:srgbClr val="EFF3F7"/>
      </a:lt2>
      <a:accent1>
        <a:srgbClr val="FE763F"/>
      </a:accent1>
      <a:accent2>
        <a:srgbClr val="003471"/>
      </a:accent2>
      <a:accent3>
        <a:srgbClr val="1A5FA8"/>
      </a:accent3>
      <a:accent4>
        <a:srgbClr val="A8C4D8"/>
      </a:accent4>
      <a:accent5>
        <a:srgbClr val="FFFFFF"/>
      </a:accent5>
      <a:accent6>
        <a:srgbClr val="8CA0B3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rgbClr val="00B050"/>
          </a:solidFill>
          <a:prstDash val="dash"/>
        </a:ln>
      </a:spPr>
      <a:bodyPr rtlCol="0" anchor="ctr"/>
      <a:lstStyle>
        <a:defPPr algn="ctr">
          <a:defRPr sz="180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733E29735DAE64F897C6483DE25194F" ma:contentTypeVersion="14" ma:contentTypeDescription="Create a new document." ma:contentTypeScope="" ma:versionID="f794e1bbae1a000cc9049916c4d8cf51">
  <xsd:schema xmlns:xsd="http://www.w3.org/2001/XMLSchema" xmlns:xs="http://www.w3.org/2001/XMLSchema" xmlns:p="http://schemas.microsoft.com/office/2006/metadata/properties" xmlns:ns2="9f340270-900e-46da-873d-b91a18c24bf0" xmlns:ns3="159824cf-3e0e-4085-938f-4e01206d8c45" targetNamespace="http://schemas.microsoft.com/office/2006/metadata/properties" ma:root="true" ma:fieldsID="5e1a87a411c09d5c38ffbf44790b8e9b" ns2:_="" ns3:_="">
    <xsd:import namespace="9f340270-900e-46da-873d-b91a18c24bf0"/>
    <xsd:import namespace="159824cf-3e0e-4085-938f-4e01206d8c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3:TaxCatchAll" minOccurs="0"/>
                <xsd:element ref="ns2:MediaServiceOCR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340270-900e-46da-873d-b91a18c24b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641c74-a5a7-4913-ac29-fe178784d2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9824cf-3e0e-4085-938f-4e01206d8c45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53210009-43c5-4004-9b80-a0e46d0b8a6e}" ma:internalName="TaxCatchAll" ma:showField="CatchAllData" ma:web="159824cf-3e0e-4085-938f-4e01206d8c4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f340270-900e-46da-873d-b91a18c24bf0">
      <Terms xmlns="http://schemas.microsoft.com/office/infopath/2007/PartnerControls"/>
    </lcf76f155ced4ddcb4097134ff3c332f>
    <TaxCatchAll xmlns="159824cf-3e0e-4085-938f-4e01206d8c45" xsi:nil="true"/>
  </documentManagement>
</p:properties>
</file>

<file path=customXml/itemProps1.xml><?xml version="1.0" encoding="utf-8"?>
<ds:datastoreItem xmlns:ds="http://schemas.openxmlformats.org/officeDocument/2006/customXml" ds:itemID="{E7EDC9F0-64C8-4821-996B-DDDC971213F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4CBFFA-1C24-40CF-8805-AE2F9B187D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340270-900e-46da-873d-b91a18c24bf0"/>
    <ds:schemaRef ds:uri="159824cf-3e0e-4085-938f-4e01206d8c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ACD5CB4-D225-427C-9CD4-0C7ED2183492}">
  <ds:schemaRefs>
    <ds:schemaRef ds:uri="http://www.w3.org/XML/1998/namespace"/>
    <ds:schemaRef ds:uri="http://schemas.openxmlformats.org/package/2006/metadata/core-properties"/>
    <ds:schemaRef ds:uri="http://purl.org/dc/elements/1.1/"/>
    <ds:schemaRef ds:uri="159824cf-3e0e-4085-938f-4e01206d8c45"/>
    <ds:schemaRef ds:uri="http://schemas.microsoft.com/office/2006/documentManagement/types"/>
    <ds:schemaRef ds:uri="http://purl.org/dc/terms/"/>
    <ds:schemaRef ds:uri="http://purl.org/dc/dcmitype/"/>
    <ds:schemaRef ds:uri="9f340270-900e-46da-873d-b91a18c24bf0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15163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0</vt:i4>
      </vt:variant>
    </vt:vector>
  </HeadingPairs>
  <TitlesOfParts>
    <vt:vector size="9" baseType="lpstr">
      <vt:lpstr>Aptos</vt:lpstr>
      <vt:lpstr>Arboria Bold</vt:lpstr>
      <vt:lpstr>Arboria Book</vt:lpstr>
      <vt:lpstr>Arboria Medium</vt:lpstr>
      <vt:lpstr>MS PGothic</vt:lpstr>
      <vt:lpstr>Arial</vt:lpstr>
      <vt:lpstr>Calibri</vt:lpstr>
      <vt:lpstr>1_Office Theme</vt:lpstr>
      <vt:lpstr>1_Office Theme [1775615145533]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Zhou Yuhan</dc:creator>
  <cp:lastModifiedBy>LENOVO</cp:lastModifiedBy>
  <cp:revision>79</cp:revision>
  <dcterms:created xsi:type="dcterms:W3CDTF">2025-06-06T07:23:33Z</dcterms:created>
  <dcterms:modified xsi:type="dcterms:W3CDTF">2026-06-11T06:02:56Z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0x0101008733E29735DAE64F897C6483DE25194F</vt:lpwstr>
  </property>
  <property fmtid="{D5CDD505-2E9C-101B-9397-08002B2CF9AE}" pid="3" name="MediaServiceImageTags">
    <vt:lpwstr/>
  </property>
</Properties>
</file>